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61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37160"/>
            <a:ext cx="8499348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ATTENDANCE SYSTEM USING FACIAL RECOGNITION</a:t>
            </a:r>
            <a:endParaRPr lang="en-US" sz="3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ID: 15  |  Section: [S-12]  |  Members: Satwika.N-2520090151, Harshitha .B-2520080007,Krishnasree-2520080009 |  Guide: Dr. Khaja Shareef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Systems Engineering and Distributed Backend Development (25CS1302E)  |  KLH Bachupally Campus, AI&amp;DS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91740"/>
            <a:ext cx="4569714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Smart attendance system for proxy-resistant attendance. 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Uses face detection, liveness and session verification. 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Reduces proxy attendance and manual effort.</a:t>
            </a:r>
            <a:endParaRPr lang="en-IN" sz="1600" dirty="0"/>
          </a:p>
          <a:p>
            <a:pPr>
              <a:spcAft>
                <a:spcPts val="400"/>
              </a:spcAft>
              <a:buSzPct val="100000"/>
            </a:pP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412" y="4251960"/>
            <a:ext cx="4569714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</a:t>
            </a:r>
            <a:r>
              <a:rPr lang="en-IN" sz="1600" dirty="0"/>
              <a:t>Traditional attendance is vulnerable to proxy attendance.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 1: </a:t>
            </a:r>
            <a:r>
              <a:rPr lang="en-IN" sz="1600" dirty="0"/>
              <a:t>Verify student presence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 2: </a:t>
            </a:r>
            <a:r>
              <a:rPr lang="en-IN" sz="1600" dirty="0"/>
              <a:t>Reduce proxy attendance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 3: </a:t>
            </a:r>
            <a:r>
              <a:rPr lang="en-IN" sz="1600" dirty="0"/>
              <a:t>Prevent multiple-person attendance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Scope: </a:t>
            </a:r>
            <a:r>
              <a:rPr lang="en-IN" sz="1600" dirty="0"/>
              <a:t>Faculty, Students | Attendance, Verification | Classroom-based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02920" y="6766560"/>
          <a:ext cx="4617720" cy="244602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Existing System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Proposed System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Attendance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Manual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Automated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Verification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Basic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Multi-factor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Proxy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Possible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Reduced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Records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Manual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Digital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Time Control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Time-Locked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65684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26923" y="10012680"/>
            <a:ext cx="4569714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Technical: Uses </a:t>
            </a:r>
            <a:r>
              <a:rPr lang="en-IN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</a:t>
            </a:r>
            <a:r>
              <a:rPr lang="en-IN" sz="1600" dirty="0"/>
              <a:t>eb, Camera, MongoDB</a:t>
            </a:r>
            <a:endParaRPr lang="en-US" sz="155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Economic: </a:t>
            </a:r>
            <a:r>
              <a:rPr lang="en-IN" sz="1600" dirty="0"/>
              <a:t>Low-cost , open-source technologies</a:t>
            </a:r>
            <a:endParaRPr lang="en-US" sz="155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Operational: </a:t>
            </a:r>
            <a:r>
              <a:rPr lang="en-IN" sz="1600" dirty="0"/>
              <a:t>Simple faculty &amp; Student workflow</a:t>
            </a:r>
            <a:endParaRPr lang="en-US" sz="155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Schedule: </a:t>
            </a:r>
            <a:r>
              <a:rPr lang="en-IN" sz="1600" dirty="0"/>
              <a:t>Can be developed in modules within the project timeline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Front-End: </a:t>
            </a:r>
            <a:r>
              <a:rPr lang="en-IN" sz="1600" dirty="0"/>
              <a:t>HTML, CSS, JavaScript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Back-End: Node.js / REST APIs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Database: MongoDB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Tools: Git &amp; GitHub, Postman, VS Code</a:t>
            </a:r>
            <a:endParaRPr lang="en-US" sz="155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Others: Web camera, Face Detection</a:t>
            </a:r>
            <a:endParaRPr lang="en-US" sz="155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D28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[Insert architecture diagram: Front-End – REST API – Database]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241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[Insert ER diagram with entities, keys and relationships]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298680"/>
            <a:ext cx="3137916" cy="1920240"/>
          </a:xfrm>
          <a:prstGeom prst="roundRect">
            <a:avLst>
              <a:gd name="adj" fmla="val 0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8442" y="12326620"/>
            <a:ext cx="28635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488442" y="12710160"/>
            <a:ext cx="2863596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lvl="0"/>
            <a:r>
              <a:rPr lang="en-IN" sz="1600" dirty="0"/>
              <a:t>Valid login → </a:t>
            </a:r>
            <a:r>
              <a:rPr lang="en-IN" sz="1600" b="1" dirty="0"/>
              <a:t>Pass</a:t>
            </a:r>
            <a:r>
              <a:rPr lang="en-IN" sz="1600" dirty="0"/>
              <a:t> </a:t>
            </a:r>
            <a:endParaRPr lang="en-IN" sz="1600" dirty="0"/>
          </a:p>
          <a:p>
            <a:pPr lvl="0"/>
            <a:r>
              <a:rPr lang="en-IN" sz="1600" dirty="0"/>
              <a:t>Single face → </a:t>
            </a:r>
            <a:r>
              <a:rPr lang="en-IN" sz="1600" b="1" dirty="0"/>
              <a:t>Attendance allowed</a:t>
            </a:r>
            <a:r>
              <a:rPr lang="en-IN" sz="1600" dirty="0"/>
              <a:t> </a:t>
            </a:r>
            <a:endParaRPr lang="en-IN" sz="1600" dirty="0"/>
          </a:p>
          <a:p>
            <a:pPr lvl="0"/>
            <a:r>
              <a:rPr lang="en-IN" sz="1600" dirty="0"/>
              <a:t>Multiple faces → </a:t>
            </a:r>
            <a:r>
              <a:rPr lang="en-IN" sz="1600" b="1" dirty="0"/>
              <a:t>Blocked</a:t>
            </a:r>
            <a:r>
              <a:rPr lang="en-IN" sz="1600" dirty="0"/>
              <a:t> </a:t>
            </a:r>
            <a:endParaRPr lang="en-IN" sz="1600" dirty="0"/>
          </a:p>
          <a:p>
            <a:pPr lvl="0"/>
            <a:r>
              <a:rPr lang="en-IN" sz="1600" dirty="0"/>
              <a:t>Failed liveness → </a:t>
            </a:r>
            <a:r>
              <a:rPr lang="en-IN" sz="1600" b="1" dirty="0"/>
              <a:t>Blocked</a:t>
            </a:r>
            <a:r>
              <a:rPr lang="en-IN" sz="1600" dirty="0"/>
              <a:t> </a:t>
            </a:r>
            <a:endParaRPr lang="en-IN" sz="1600" dirty="0"/>
          </a:p>
          <a:p>
            <a:pPr lvl="0"/>
            <a:r>
              <a:rPr lang="en-IN" sz="1600" dirty="0"/>
              <a:t>Valid session → </a:t>
            </a:r>
            <a:r>
              <a:rPr lang="en-IN" sz="1600" b="1" dirty="0"/>
              <a:t>Attendance recorded</a:t>
            </a:r>
            <a:endParaRPr lang="en-IN" sz="1600" dirty="0"/>
          </a:p>
          <a:p>
            <a:pPr>
              <a:spcAft>
                <a:spcPts val="400"/>
              </a:spcAft>
              <a:buSzPct val="100000"/>
            </a:pP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Automates attendance 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Reduces proxy attendance 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Improves verification 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Maintains digital records</a:t>
            </a:r>
            <a:endParaRPr lang="en-IN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Real-time face recognition 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Cloud MongoDB 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Mobile application 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ERP integration</a:t>
            </a:r>
            <a:endParaRPr lang="en-IN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References: 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[Author, Title, Year]   [2] [Website / Documentation link]   [3] [Paper / Book]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0765" y="4952637"/>
            <a:ext cx="4604385" cy="2227943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601" y="7813040"/>
            <a:ext cx="4638549" cy="198882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9720"/>
            <a:ext cx="1463040" cy="1320799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274" y="10469880"/>
            <a:ext cx="2280666" cy="185674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200" y="10478770"/>
            <a:ext cx="2274950" cy="1856740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438" y="14264640"/>
            <a:ext cx="8864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2000</Words>
  <Application>WPS Presentation</Application>
  <PresentationFormat>Custom</PresentationFormat>
  <Paragraphs>117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Satwika Reddy</cp:lastModifiedBy>
  <cp:revision>5</cp:revision>
  <dcterms:created xsi:type="dcterms:W3CDTF">2026-09-28T08:11:00Z</dcterms:created>
  <dcterms:modified xsi:type="dcterms:W3CDTF">2026-10-07T03:07:03Z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11ADDFFA70BF4428911EA825CBDD4F9D_13</vt:lpwstr>
  </property>
  <property fmtid="{D5CDD505-2E9C-101B-9397-08002B2CF9AE}" pid="3" name="KSOProductBuildVer">
    <vt:lpwstr>1033-12.1.0.28485</vt:lpwstr>
  </property>
</Properties>
</file>